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7C8460-6CB3-D096-6D4D-3760E4C59A53}" v="2" dt="2025-10-20T22:30:58.815"/>
    <p1510:client id="{92AA886E-930C-CCBF-80D2-2F22DD3BC583}" v="4" dt="2025-10-20T22:38:33.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ua Taha" userId="7c65b9bbaa3d2652" providerId="Windows Live" clId="Web-{92AA886E-930C-CCBF-80D2-2F22DD3BC583}"/>
    <pc:docChg chg="modSld">
      <pc:chgData name="Roua Taha" userId="7c65b9bbaa3d2652" providerId="Windows Live" clId="Web-{92AA886E-930C-CCBF-80D2-2F22DD3BC583}" dt="2025-10-20T22:38:33.920" v="3" actId="1076"/>
      <pc:docMkLst>
        <pc:docMk/>
      </pc:docMkLst>
      <pc:sldChg chg="modSp">
        <pc:chgData name="Roua Taha" userId="7c65b9bbaa3d2652" providerId="Windows Live" clId="Web-{92AA886E-930C-CCBF-80D2-2F22DD3BC583}" dt="2025-10-20T22:38:33.920" v="3" actId="1076"/>
        <pc:sldMkLst>
          <pc:docMk/>
          <pc:sldMk cId="7630729" sldId="256"/>
        </pc:sldMkLst>
        <pc:picChg chg="mod">
          <ac:chgData name="Roua Taha" userId="7c65b9bbaa3d2652" providerId="Windows Live" clId="Web-{92AA886E-930C-CCBF-80D2-2F22DD3BC583}" dt="2025-10-20T22:38:33.920" v="3" actId="1076"/>
          <ac:picMkLst>
            <pc:docMk/>
            <pc:sldMk cId="7630729" sldId="256"/>
            <ac:picMk id="9" creationId="{00000000-0000-0000-0000-000000000000}"/>
          </ac:picMkLst>
        </pc:picChg>
      </pc:sldChg>
      <pc:sldChg chg="modSp">
        <pc:chgData name="Roua Taha" userId="7c65b9bbaa3d2652" providerId="Windows Live" clId="Web-{92AA886E-930C-CCBF-80D2-2F22DD3BC583}" dt="2025-10-20T22:35:29.675" v="0" actId="1076"/>
        <pc:sldMkLst>
          <pc:docMk/>
          <pc:sldMk cId="0" sldId="259"/>
        </pc:sldMkLst>
        <pc:picChg chg="mod">
          <ac:chgData name="Roua Taha" userId="7c65b9bbaa3d2652" providerId="Windows Live" clId="Web-{92AA886E-930C-CCBF-80D2-2F22DD3BC583}" dt="2025-10-20T22:35:29.675" v="0" actId="1076"/>
          <ac:picMkLst>
            <pc:docMk/>
            <pc:sldMk cId="0" sldId="259"/>
            <ac:picMk id="3" creationId="{00000000-0000-0000-0000-000000000000}"/>
          </ac:picMkLst>
        </pc:picChg>
      </pc:sldChg>
      <pc:sldChg chg="modSp">
        <pc:chgData name="Roua Taha" userId="7c65b9bbaa3d2652" providerId="Windows Live" clId="Web-{92AA886E-930C-CCBF-80D2-2F22DD3BC583}" dt="2025-10-20T22:35:35.551" v="1" actId="1076"/>
        <pc:sldMkLst>
          <pc:docMk/>
          <pc:sldMk cId="0" sldId="260"/>
        </pc:sldMkLst>
        <pc:picChg chg="mod">
          <ac:chgData name="Roua Taha" userId="7c65b9bbaa3d2652" providerId="Windows Live" clId="Web-{92AA886E-930C-CCBF-80D2-2F22DD3BC583}" dt="2025-10-20T22:35:35.551" v="1" actId="1076"/>
          <ac:picMkLst>
            <pc:docMk/>
            <pc:sldMk cId="0" sldId="260"/>
            <ac:picMk id="3" creationId="{00000000-0000-0000-0000-000000000000}"/>
          </ac:picMkLst>
        </pc:picChg>
      </pc:sldChg>
    </pc:docChg>
  </pc:docChgLst>
  <pc:docChgLst>
    <pc:chgData name="KUMO PASCALINE MYENNEH" userId="67cd417fc93d9a3a" providerId="Windows Live" clId="Web-{1B7C8460-6CB3-D096-6D4D-3760E4C59A53}"/>
    <pc:docChg chg="modSld">
      <pc:chgData name="KUMO PASCALINE MYENNEH" userId="67cd417fc93d9a3a" providerId="Windows Live" clId="Web-{1B7C8460-6CB3-D096-6D4D-3760E4C59A53}" dt="2025-10-20T22:30:58.815" v="1" actId="1076"/>
      <pc:docMkLst>
        <pc:docMk/>
      </pc:docMkLst>
      <pc:sldChg chg="modSp">
        <pc:chgData name="KUMO PASCALINE MYENNEH" userId="67cd417fc93d9a3a" providerId="Windows Live" clId="Web-{1B7C8460-6CB3-D096-6D4D-3760E4C59A53}" dt="2025-10-20T22:30:58.815" v="1" actId="1076"/>
        <pc:sldMkLst>
          <pc:docMk/>
          <pc:sldMk cId="0" sldId="260"/>
        </pc:sldMkLst>
        <pc:picChg chg="mod">
          <ac:chgData name="KUMO PASCALINE MYENNEH" userId="67cd417fc93d9a3a" providerId="Windows Live" clId="Web-{1B7C8460-6CB3-D096-6D4D-3760E4C59A53}" dt="2025-10-20T22:30:58.815" v="1" actId="1076"/>
          <ac:picMkLst>
            <pc:docMk/>
            <pc:sldMk cId="0" sldId="260"/>
            <ac:picMk id="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8490C-1553-4F2B-A959-069EE53499B1}" type="datetimeFigureOut">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502C18-0456-4041-AD75-C3C6EA8389C8}" type="slidenum">
              <a:t>‹#›</a:t>
            </a:fld>
            <a:endParaRPr lang="en-US"/>
          </a:p>
        </p:txBody>
      </p:sp>
    </p:spTree>
    <p:extLst>
      <p:ext uri="{BB962C8B-B14F-4D97-AF65-F5344CB8AC3E}">
        <p14:creationId xmlns:p14="http://schemas.microsoft.com/office/powerpoint/2010/main" val="101676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PAMGOLET SALES AND PROFIT DASHBOARD SUMMARY</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KEY TAKEAWAYS &amp; RECOMMENDATIONS</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Profit by Product</a:t>
            </a:r>
            <a:endParaRPr dirty="0"/>
          </a:p>
          <a:p>
            <a:r>
              <a:rPr b="0" dirty="0"/>
              <a:t>No alt text provided</a:t>
            </a:r>
            <a:endParaRPr dirty="0"/>
          </a:p>
          <a:p>
            <a:endParaRPr dirty="0"/>
          </a:p>
          <a:p>
            <a:r>
              <a:rPr b="1" dirty="0"/>
              <a:t>Sales by Country</a:t>
            </a:r>
            <a:endParaRPr dirty="0"/>
          </a:p>
          <a:p>
            <a:r>
              <a:rPr b="0" dirty="0"/>
              <a:t>No alt text provided</a:t>
            </a:r>
            <a:endParaRPr dirty="0"/>
          </a:p>
          <a:p>
            <a:endParaRPr dirty="0"/>
          </a:p>
          <a:p>
            <a:r>
              <a:rPr b="1" dirty="0"/>
              <a:t>Profit by Segment</a:t>
            </a:r>
            <a:endParaRPr dirty="0"/>
          </a:p>
          <a:p>
            <a:r>
              <a:rPr b="0" dirty="0"/>
              <a:t>No alt text provided</a:t>
            </a:r>
            <a:endParaRPr dirty="0"/>
          </a:p>
          <a:p>
            <a:endParaRPr dirty="0"/>
          </a:p>
          <a:p>
            <a:r>
              <a:rPr b="1" dirty="0"/>
              <a:t>Profits of Products Sold in Mexico</a:t>
            </a:r>
            <a:endParaRPr dirty="0"/>
          </a:p>
          <a:p>
            <a:r>
              <a:rPr b="0" dirty="0"/>
              <a:t>No alt text provided</a:t>
            </a:r>
            <a:endParaRPr dirty="0"/>
          </a:p>
          <a:p>
            <a:endParaRPr dirty="0"/>
          </a:p>
          <a:p>
            <a:r>
              <a:rPr b="1" dirty="0"/>
              <a:t>Highest Profit by Product</a:t>
            </a:r>
            <a:endParaRPr dirty="0"/>
          </a:p>
          <a:p>
            <a:r>
              <a:rPr b="0" dirty="0"/>
              <a:t>No alt text provided</a:t>
            </a:r>
            <a:endParaRPr dirty="0"/>
          </a:p>
          <a:p>
            <a:endParaRPr dirty="0"/>
          </a:p>
          <a:p>
            <a:r>
              <a:rPr b="1" dirty="0"/>
              <a:t>Highest Sales by Country</a:t>
            </a:r>
            <a:endParaRPr dirty="0"/>
          </a:p>
          <a:p>
            <a:r>
              <a:rPr b="0" dirty="0"/>
              <a:t>No alt text provided</a:t>
            </a:r>
            <a:endParaRPr dirty="0"/>
          </a:p>
          <a:p>
            <a:endParaRPr dirty="0"/>
          </a:p>
          <a:p>
            <a:r>
              <a:rPr b="1" dirty="0"/>
              <a:t>Lowest Profit by Segment</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Products by Units Sold</a:t>
            </a:r>
            <a:endParaRPr dirty="0"/>
          </a:p>
          <a:p>
            <a:r>
              <a:rPr b="0" dirty="0"/>
              <a:t>No alt text provided</a:t>
            </a:r>
            <a:endParaRPr dirty="0"/>
          </a:p>
          <a:p>
            <a:endParaRPr dirty="0"/>
          </a:p>
          <a:p>
            <a:r>
              <a:rPr b="1" dirty="0"/>
              <a:t>Record of Sales by Year</a:t>
            </a:r>
            <a:endParaRPr dirty="0"/>
          </a:p>
          <a:p>
            <a:r>
              <a:rPr b="0" dirty="0"/>
              <a:t>No alt text provided</a:t>
            </a:r>
            <a:endParaRPr dirty="0"/>
          </a:p>
          <a:p>
            <a:endParaRPr dirty="0"/>
          </a:p>
          <a:p>
            <a:r>
              <a:rPr b="1" dirty="0"/>
              <a:t>Sales by Country</a:t>
            </a:r>
            <a:endParaRPr dirty="0"/>
          </a:p>
          <a:p>
            <a:r>
              <a:rPr b="0" dirty="0"/>
              <a:t>No alt text provided</a:t>
            </a:r>
            <a:endParaRPr dirty="0"/>
          </a:p>
          <a:p>
            <a:endParaRPr dirty="0"/>
          </a:p>
          <a:p>
            <a:r>
              <a:rPr b="1" dirty="0"/>
              <a:t>Sales Record in 2014</a:t>
            </a:r>
            <a:endParaRPr dirty="0"/>
          </a:p>
          <a:p>
            <a:r>
              <a:rPr b="0" dirty="0"/>
              <a:t>No alt text provided</a:t>
            </a:r>
            <a:endParaRPr dirty="0"/>
          </a:p>
          <a:p>
            <a:endParaRPr dirty="0"/>
          </a:p>
          <a:p>
            <a:r>
              <a:rPr b="1" dirty="0"/>
              <a:t>Sales Record in 2014</a:t>
            </a:r>
            <a:endParaRPr dirty="0"/>
          </a:p>
          <a:p>
            <a:r>
              <a:rPr b="0" dirty="0"/>
              <a:t>No alt text provided</a:t>
            </a:r>
            <a:endParaRPr dirty="0"/>
          </a:p>
          <a:p>
            <a:endParaRPr dirty="0"/>
          </a:p>
          <a:p>
            <a:r>
              <a:rPr b="1" dirty="0"/>
              <a:t>Highest Sales by Month and Product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10/20/2025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23a0508e-7d64-4c85-83af-79b9b5e4f494?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23a0508e-7d64-4c85-83af-79b9b5e4f494/?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23a0508e-7d64-4c85-83af-79b9b5e4f494/?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23a0508e-7d64-4c85-83af-79b9b5e4f494/?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23a0508e-7d64-4c85-83af-79b9b5e4f494/?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108" y="-144162"/>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Group 2 Classwork_20.10.2025</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10/20/2025 10:07:58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10/20/2025 9:15:08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AMGOLET SALES AND PROFIT DASHBOARD SUMMARY.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KEY TAKEAWAYS &amp; RECOMMENDATION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rofit by Product ,Sales by Country ,Profit by Segment ,Profits of Products Sold in Mexico ,Highest Profit by Product ,Highest Sales by Country ,Lowest Profit by Segment ,textbox. Please refer to the notes on this slide for details">
            <a:hlinkClick r:id="rId3"/>
          </p:cNvPr>
          <p:cNvPicPr>
            <a:picLocks noChangeAspect="1"/>
          </p:cNvPicPr>
          <p:nvPr/>
        </p:nvPicPr>
        <p:blipFill>
          <a:blip r:embed="rId4"/>
          <a:stretch>
            <a:fillRect/>
          </a:stretch>
        </p:blipFill>
        <p:spPr>
          <a:xfrm>
            <a:off x="4119" y="0"/>
            <a:ext cx="12020550" cy="6858000"/>
          </a:xfrm>
          <a:prstGeom prst="rect">
            <a:avLst/>
          </a:prstGeom>
          <a:noFill/>
        </p:spPr>
      </p:pic>
      <p:sp>
        <p:nvSpPr>
          <p:cNvPr id="4" name="Title" hidden="1"/>
          <p:cNvSpPr>
            <a:spLocks noGrp="1"/>
          </p:cNvSpPr>
          <p:nvPr>
            <p:ph type="title"/>
          </p:nvPr>
        </p:nvSpPr>
        <p:spPr/>
        <p:txBody>
          <a:bodyPr/>
          <a:lstStyle/>
          <a:p>
            <a:r>
              <a:t>Profits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roducts by Units Sold ,Record of Sales by Year ,Sales by Country ,Sales Record in 2014 ,Sales Record in 2014 ,Highest Sales by Month and Product ,slicer ,textbox. Please refer to the notes on this slide for details">
            <a:hlinkClick r:id="rId3"/>
          </p:cNvPr>
          <p:cNvPicPr>
            <a:picLocks noChangeAspect="1"/>
          </p:cNvPicPr>
          <p:nvPr/>
        </p:nvPicPr>
        <p:blipFill>
          <a:blip r:embed="rId4"/>
          <a:stretch>
            <a:fillRect/>
          </a:stretch>
        </p:blipFill>
        <p:spPr>
          <a:xfrm>
            <a:off x="86497" y="0"/>
            <a:ext cx="12020550" cy="6858000"/>
          </a:xfrm>
          <a:prstGeom prst="rect">
            <a:avLst/>
          </a:prstGeom>
          <a:noFill/>
        </p:spPr>
      </p:pic>
      <p:sp>
        <p:nvSpPr>
          <p:cNvPr id="4" name="Title" hidden="1"/>
          <p:cNvSpPr>
            <a:spLocks noGrp="1"/>
          </p:cNvSpPr>
          <p:nvPr>
            <p:ph type="title"/>
          </p:nvPr>
        </p:nvSpPr>
        <p:spPr/>
        <p:txBody>
          <a:bodyPr/>
          <a:lstStyle/>
          <a:p>
            <a:r>
              <a:t>Sales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5</Slides>
  <Notes>4</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Custom Design</vt:lpstr>
      <vt:lpstr>Group 2 Classwork_20.10.2025</vt:lpstr>
      <vt:lpstr>Summary</vt:lpstr>
      <vt:lpstr>Recommendations</vt:lpstr>
      <vt:lpstr>Profits</vt:lpstr>
      <vt:lpstr>Sales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10</cp:revision>
  <dcterms:created xsi:type="dcterms:W3CDTF">2016-09-04T11:54:55Z</dcterms:created>
  <dcterms:modified xsi:type="dcterms:W3CDTF">2025-10-20T22:38:42Z</dcterms:modified>
</cp:coreProperties>
</file>